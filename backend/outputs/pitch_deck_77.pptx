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</a:rPr>
              <a:t>Startup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DE95"/>
                </a:solidFill>
              </a:rPr>
              <a:t>Building the future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DF9"/>
                </a:solidFill>
              </a:rPr>
              <a:t>Funding: $TBD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Inefficient procurement process for manufacturing MSMEs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Our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RFQ automation, supplier comparison, and integrated invoice financing through a SaaS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3/20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Market Validation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0/100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Overall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Demand: Unknown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Confidence: 0.85/100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The global human resource (HR) technology market size is projected to grow from $47.32 billion in 2026 to $95.95 billion by 2034, at a CAGR of 9.2%, Source: Fortune Business Insights,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The SaaS management market is projected to grow from USD 4.58 billion in 2025 to USD 9.37 billion by 2030, at a CAGR of 15.4% during the forecast period, Source: MarketsandMarkets, 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The procurement software market is expected to grow from USD 5.5 billion in 2025 to USD 12.1 billion by 2030, at a CAGR of 11.5% during the forecast period, Source: Grand View Research, 2024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Market Research Sources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Market Validation to populate 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Competitive Landscape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DE95"/>
                </a:solidFill>
              </a:rPr>
              <a:t>0 Competitors Analyzed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Competitor Analysis to populate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Business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DE95"/>
                </a:solidFill>
              </a:rPr>
              <a:t>Domain: SAAS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Customer Segments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Financial Projections to populate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Pricing Strategy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Financial Projections to populate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Unit Economics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CAC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LTV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LTV:CAC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0:1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Payback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B2F"/>
                </a:solidFill>
              </a:rPr>
              <a:t>0mo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Revenue (12mo)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Run Financial Projections to populate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ARR Growth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Year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Year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DE95"/>
                </a:solidFill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Quality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743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0/100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The Ask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DE95"/>
                </a:solidFill>
              </a:rPr>
              <a:t>$TBD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14/20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D4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DE95"/>
                </a:solidFill>
              </a:rPr>
              <a:t>Startup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FDF9"/>
                </a:solidFill>
              </a:rPr>
              <a:t>contact@startup.com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FOUNDRY AI</dc:creator>
  <cp:lastModifiedBy>FOUNDRY AI</cp:lastModifiedBy>
  <cp:revision>1</cp:revision>
  <dcterms:created xsi:type="dcterms:W3CDTF">2026-02-20T17:31:09Z</dcterms:created>
  <dcterms:modified xsi:type="dcterms:W3CDTF">2026-02-20T17:31:09Z</dcterms:modified>
</cp:coreProperties>
</file>