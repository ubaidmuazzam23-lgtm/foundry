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</a:rPr>
              <a:t>Startup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DE95"/>
                </a:solidFill>
              </a:rPr>
              <a:t>Building the future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DF9"/>
                </a:solidFill>
              </a:rPr>
              <a:t>Funding: $TBD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GST-compliant subscription and metered billing for Indian SaaS companies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GST-compliant subscription + metered billing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3/20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Validation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Overall Score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Demand: Unknown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E1A"/>
                </a:solidFill>
              </a:rPr>
              <a:t>Confidence: 0.8/100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global fintech market is expected to reach $1,583.05 billion by 2033, growing at a CAGR of 25.18% during the forecast period (Source: Market Data Forecast)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The SaaS billing software market is expected to grow from $4.18 billion in 2023 to $19.87 billion by 2033, at a CAGR of 16.87% (Source: Spherical Insights)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1A"/>
                </a:solidFill>
              </a:rPr>
              <a:t>• Indian SaaS companies are expected to grow their revenue to $30 billion by 2025, capturing 8% to 9% of the global market (Source: LVX Ventures)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Market Research 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Market Validation to populate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Competitive Landscape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DE95"/>
                </a:solidFill>
              </a:rPr>
              <a:t>0 Competitors Analyzed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Competitor Analysis to populate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Business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DE95"/>
                </a:solidFill>
              </a:rPr>
              <a:t>Domain: SAAS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Customer Segments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Pricing Strategy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</a:rPr>
              <a:t>Run Financial Projections to populate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Unit Economics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CAC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926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21208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LTV:CAC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2194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0:1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Payback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6B2F"/>
                </a:solidFill>
              </a:rPr>
              <a:t>0mo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Revenue (12mo)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</a:rPr>
              <a:t>Run Financial Projections to populate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ARR Growth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B2F"/>
                </a:solidFill>
              </a:rPr>
              <a:t>$0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Year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DE95"/>
                </a:solidFill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Quality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743200" y="22860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</a:rPr>
              <a:t>0/100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B2F"/>
                </a:solidFill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DE95"/>
                </a:solidFill>
              </a:rPr>
              <a:t>$TBD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14/20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Slide 19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0000"/>
                </a:solidFill>
              </a:rPr>
              <a:t>FOUNDRY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D41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0000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DE95"/>
                </a:solidFill>
              </a:rPr>
              <a:t>Startup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DFDF9"/>
                </a:solidFill>
              </a:rPr>
              <a:t>contact@startup.com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FOUNDRY AI</dc:creator>
  <cp:lastModifiedBy>FOUNDRY AI</cp:lastModifiedBy>
  <cp:revision>1</cp:revision>
  <dcterms:created xsi:type="dcterms:W3CDTF">2026-02-18T06:11:36Z</dcterms:created>
  <dcterms:modified xsi:type="dcterms:W3CDTF">2026-02-18T06:11:36Z</dcterms:modified>
</cp:coreProperties>
</file>