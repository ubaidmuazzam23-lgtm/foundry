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4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</a:rPr>
              <a:t>Startup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DE95"/>
                </a:solidFill>
              </a:rPr>
              <a:t>Building the future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DF9"/>
                </a:solidFill>
              </a:rPr>
              <a:t>Funding: $TBD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Inefficient procurement process for manufacturing MSMEs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2/20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Our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RFQ automation, supplier comparison, and integrated invoice financing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3/20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Market Validation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0/100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Overall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Demand: Unknown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Confidence: 0.85/100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1A"/>
                </a:solidFill>
              </a:rPr>
              <a:t>• 80% of manufacturing executives plan to invest 20% or more of their improvement budgets in digital transformation, according to Deloitte, 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1A"/>
                </a:solidFill>
              </a:rPr>
              <a:t>• The global assembly automation market was valued at $52.65 billion in 2024 and is projected to reach $96.77 billion by 2032, growing at a CAGR, as per Intel Market Research, 2024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1A"/>
                </a:solidFill>
              </a:rPr>
              <a:t>• Digital transformation can increase revenue by 15% and reduce costs by 10%, according to a study by McKinsey, 2023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4/20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Market Research Sources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Market Validation to populate sources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5/20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Competitive Landscape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DE95"/>
                </a:solidFill>
              </a:rPr>
              <a:t>0 Competitors Analyzed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Competitor Analysis to populate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6/20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Business Model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DE95"/>
                </a:solidFill>
              </a:rPr>
              <a:t>Domain: SAAS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7/20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Customer Segments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Financial Projections to populate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8/20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Pricing Strategy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Financial Projections to populate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9/20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Unit Economics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CAC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LTV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LTV:CAC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0:1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9808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Payback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B2F"/>
                </a:solidFill>
              </a:rPr>
              <a:t>0mo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10/20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Revenue (12mo)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Run Financial Projections to populate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11/20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ARR Growth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Year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Year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DE95"/>
                </a:solidFill>
              </a:rPr>
              <a:t>$0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12/20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Quality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743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0/100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13/20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The Ask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DE95"/>
                </a:solidFill>
              </a:rPr>
              <a:t>$TBD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14/20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15/20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16/20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17/20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18/20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19/20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D4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DE95"/>
                </a:solidFill>
              </a:rPr>
              <a:t>Startup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DFDF9"/>
                </a:solidFill>
              </a:rPr>
              <a:t>contact@startup.com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FOUNDRY AI</dc:creator>
  <cp:lastModifiedBy>FOUNDRY AI</cp:lastModifiedBy>
  <cp:revision>1</cp:revision>
  <dcterms:created xsi:type="dcterms:W3CDTF">2026-02-20T17:21:11Z</dcterms:created>
  <dcterms:modified xsi:type="dcterms:W3CDTF">2026-02-20T17:21:11Z</dcterms:modified>
</cp:coreProperties>
</file>